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18CF8"/>
                </a:solidFill>
              </a:rPr>
              <a:t>B.Tech Final Year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AI Language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Learning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Powered by Google Gemini AI · Flask · SQLite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Grammar Checker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749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Vocabulary Builder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3749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4F46E5">
              <a:alpha val="40000"/>
            </a:srgbClr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Quiz Generator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Department of Computer Science &amp; Engineering  |  2024–2025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Lack of Personalization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Traditional language tools apply one-size-fits-all methods without adapting to individual learner needs.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1051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Instant Feedback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417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Learners receive delayed corrections, hindering real-time improvement and habit formation.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High Cost of Tutors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Professional language tutors are expensive and inaccessible for most students worldwide.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Progress Tracking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3246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Existing apps rarely offer comprehensive dashboards to monitor vocabulary, grammar and quiz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Build a full-stack web application using Flask &amp; SQLite for secure user management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Integrate Google Gemini 1.5 Flash API for real-time AI-powered language analysis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2311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Implement Grammar Checker with error detection, corrections, and style scoring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62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895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Develop Vocabulary Builder with definitions, synonyms, antonyms, etymology &amp; memory tips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21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5478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Create dynamic Quiz Generator with adjustable difficulty levels and instant result feedback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Provide personalized dashboard with usage statistics, progress tracking and activity history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987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Presentation 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5331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HTML5 · Bootstrap 5 · Jinja2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JavaScript · CSS3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847088"/>
            <a:ext cx="0" cy="23774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031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76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Application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420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Python Flask · Gemini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Auth · Route Handlers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3035808"/>
            <a:ext cx="0" cy="23774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9184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Data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3075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SQLite Database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Users · Grammar · Vocab · Quiz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↕ REST API + Jinja Template Engine 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97840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7840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960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Python 3.11 · Flask 3.0 · SQLite3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6048" y="97840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97840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AI/ML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0" y="9601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Google Gemini 1.5 Flash API · JSON parsing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0428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04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HTML5 · Bootstrap 5.3 · Jinja2 · Vanilla 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230428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3042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SQLite · 4 tables · SHA-256 password hashing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63016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3016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Session-based auth · Login · Register · Logout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363016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63016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 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VS Code · Git · pip · python-dotenv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78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🔐 Authentication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3441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Secure register/login with SHA-256 hashed passwords and Flask session management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978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📝 Grammar Checker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3441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analyzes text for errors, provides corrections, style tips and a grammar score out of 10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350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📖 Vocabulary Builder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Full word profiles: definition, pronunciation, examples, synonyms, antonyms, etymology &amp; memory tips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350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🧠 Quiz Generator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27157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Generates MCQs on any topic with selectable difficulty; instant score with per-question explanations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21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📊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Personalized analytics showing total checks, words learned, quiz history and average performance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721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🌐 Translation API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0" y="40873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RESTful endpoint for real-time text translation via Gemini into any target language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 SCHEMA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id (PK)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username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password (SHA-256)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created_at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grammar_checks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id (PK)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6184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user_id (FK)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6537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input_text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11226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result (JSON)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3591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created_at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id (PK)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user_id (FK)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word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239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definition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examples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synonyms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2608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quizzes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38328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id (PK)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63016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user_id (FK)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87705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topic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1239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questions (JSON)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37083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6177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• total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APPLICATION SCREENS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4F46E5">
              <a:alpha val="8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41832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Login Page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Clean auth UI with input validation and flash messages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941832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41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1344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Four KPI cards + recent activity in three 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D97706">
              <a:alpha val="8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41832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941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Grammar Checker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13441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Two-column layout: input textarea + annotated results panel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07792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Vocabulary Builder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Word card with badge tags for synonyms, antonyms and word family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907792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Quiz Interface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31012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Step-by-step MCQ with progress bar and option highlighting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907792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07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Quiz Results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331012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Per-question feedback with correct/wrong highlights and explanations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&amp; TESTING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</a:rPr>
              <a:t>&lt; 3s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Avg AI Response Time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98%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Grammar Accuracy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Auth Security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4 / 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Core Modules Complete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28600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Grammar Check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Incorrect sentence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Corrections + score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Vocab Lookup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Word: ephemeral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Full word profile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Quiz Generate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Topic: Idioms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 MCQs + answers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User Auth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Wrong password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Access denied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SQL Injection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' OR 1=1 --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Login refused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59669"/>
                          </a:solidFill>
                        </a:rPr>
                        <a:t>✅ Pass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ENHANCEMENTS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Speech Recognition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Voice input with pronunciation scoring using Web Speech API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9611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1426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React Native app for iOS &amp; Android with offline word cache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89611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1426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AI Conversation Bot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76479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Multi-turn chatbot for simulated English conversation practice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8775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1181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Advanced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564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Learning curve charts, streak tracking and smart reminders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58775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83280" y="31181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Multi-Language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564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Extend beyond English to Spanish, French, Hindi and more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587752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2697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31181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Gamification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4564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Points, badges, leaderboards and daily challenge streaks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4F46E5">
              <a:alpha val="22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18CF8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LinguaAI — A Complete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Language Learning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✅  Full-stack web app: Flask + SQLite + Gemini AI integration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723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✅  Three AI-powered modules: Grammar · Vocabulary · Quiz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47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✅  Secure authentication with session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✅  Personalized dashboard with analytics and activity history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1970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✅  Scalable REST API architecture, ready for mobile integration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Language Learning System</dc:title>
  <dc:subject>PptxGenJS Presentation</dc:subject>
  <dc:creator>B.Tech Final Year Project</dc:creator>
  <cp:lastModifiedBy>B.Tech Final Year Project</cp:lastModifiedBy>
  <cp:revision>1</cp:revision>
  <dcterms:created xsi:type="dcterms:W3CDTF">2026-06-18T02:38:07Z</dcterms:created>
  <dcterms:modified xsi:type="dcterms:W3CDTF">2026-06-18T02:38:07Z</dcterms:modified>
</cp:coreProperties>
</file>